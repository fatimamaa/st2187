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Furniture Sales Overview">
            <a:extLst>
              <a:ext uri="{FF2B5EF4-FFF2-40B4-BE49-F238E27FC236}">
                <a16:creationId xmlns:a16="http://schemas.microsoft.com/office/drawing/2014/main" id="{30639BEF-3892-43BD-915B-3456AED46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ales and Profit by Segment">
            <a:extLst>
              <a:ext uri="{FF2B5EF4-FFF2-40B4-BE49-F238E27FC236}">
                <a16:creationId xmlns:a16="http://schemas.microsoft.com/office/drawing/2014/main" id="{9130138D-2A59-4E26-8D9C-D95AFFFDB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Geographic Analysis">
            <a:extLst>
              <a:ext uri="{FF2B5EF4-FFF2-40B4-BE49-F238E27FC236}">
                <a16:creationId xmlns:a16="http://schemas.microsoft.com/office/drawing/2014/main" id="{FD4F8102-0C8B-482D-9982-5406A7F64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hipping Costs, Discounts and Profitability">
            <a:extLst>
              <a:ext uri="{FF2B5EF4-FFF2-40B4-BE49-F238E27FC236}">
                <a16:creationId xmlns:a16="http://schemas.microsoft.com/office/drawing/2014/main" id="{62F3F73E-6286-42D0-B761-FA1862137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Companies of Furniture Products Evaluation ">
            <a:extLst>
              <a:ext uri="{FF2B5EF4-FFF2-40B4-BE49-F238E27FC236}">
                <a16:creationId xmlns:a16="http://schemas.microsoft.com/office/drawing/2014/main" id="{4B16D790-76BD-4B1E-98A6-CB0F2FD04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Fatema Mansoor Ali Mohamed Maki Ashoor</cp:lastModifiedBy>
  <cp:revision>1</cp:revision>
  <dcterms:created xsi:type="dcterms:W3CDTF">2025-03-01T18:19:19Z</dcterms:created>
  <dcterms:modified xsi:type="dcterms:W3CDTF">2025-03-01T18:20:02Z</dcterms:modified>
</cp:coreProperties>
</file>